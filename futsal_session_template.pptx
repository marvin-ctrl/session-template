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2152" y="658368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9000" y="1060704"/>
            <a:ext cx="8229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4340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1060704"/>
            <a:ext cx="8229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66360" y="1060704"/>
            <a:ext cx="82296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DIRECTIONAL MARKERS  —  rotate the group to show body orientation</a:t>
            </a:r>
          </a:p>
        </p:txBody>
      </p:sp>
      <p:grpSp>
        <p:nvGrpSpPr>
          <p:cNvPr id="9005" name="dm_A"/>
          <p:cNvGrpSpPr/>
          <p:nvPr/>
        </p:nvGrpSpPr>
        <p:grpSpPr>
          <a:xfrm>
            <a:off x="429768" y="1819656"/>
            <a:ext cx="128016" cy="208666"/>
            <a:chOff x="429768" y="1819656"/>
            <a:chExt cx="128016" cy="208666"/>
          </a:xfrm>
        </p:grpSpPr>
        <p:sp>
          <p:nvSpPr>
            <p:cNvPr id="39" name="Isosceles Triangle 38"/>
            <p:cNvSpPr/>
            <p:nvPr/>
          </p:nvSpPr>
          <p:spPr>
            <a:xfrm>
              <a:off x="448970" y="181965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429768" y="190030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06" name="TextBox 9005"/>
          <p:cNvSpPr txBox="1"/>
          <p:nvPr/>
        </p:nvSpPr>
        <p:spPr>
          <a:xfrm>
            <a:off x="402336" y="205575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6" name="dm_D"/>
          <p:cNvGrpSpPr/>
          <p:nvPr/>
        </p:nvGrpSpPr>
        <p:grpSpPr>
          <a:xfrm>
            <a:off x="960120" y="1819656"/>
            <a:ext cx="128016" cy="208666"/>
            <a:chOff x="960120" y="1819656"/>
            <a:chExt cx="128016" cy="208666"/>
          </a:xfrm>
        </p:grpSpPr>
        <p:sp>
          <p:nvSpPr>
            <p:cNvPr id="9007" name="Isosceles Triangle 9006"/>
            <p:cNvSpPr/>
            <p:nvPr/>
          </p:nvSpPr>
          <p:spPr>
            <a:xfrm>
              <a:off x="979322" y="1819656"/>
              <a:ext cx="89611" cy="70409"/>
            </a:xfrm>
            <a:prstGeom prst="triangl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8" name="Oval 9007"/>
            <p:cNvSpPr/>
            <p:nvPr/>
          </p:nvSpPr>
          <p:spPr>
            <a:xfrm>
              <a:off x="960120" y="190030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32688" y="205575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07" name="dm_G"/>
          <p:cNvGrpSpPr/>
          <p:nvPr/>
        </p:nvGrpSpPr>
        <p:grpSpPr>
          <a:xfrm>
            <a:off x="1490472" y="1819656"/>
            <a:ext cx="128016" cy="208666"/>
            <a:chOff x="1490472" y="1819656"/>
            <a:chExt cx="128016" cy="208666"/>
          </a:xfrm>
        </p:grpSpPr>
        <p:sp>
          <p:nvSpPr>
            <p:cNvPr id="9010" name="Isosceles Triangle 9009"/>
            <p:cNvSpPr/>
            <p:nvPr/>
          </p:nvSpPr>
          <p:spPr>
            <a:xfrm>
              <a:off x="1509674" y="181965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Oval 9010"/>
            <p:cNvSpPr/>
            <p:nvPr/>
          </p:nvSpPr>
          <p:spPr>
            <a:xfrm>
              <a:off x="1490472" y="190030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12" name="TextBox 9011"/>
          <p:cNvSpPr txBox="1"/>
          <p:nvPr/>
        </p:nvSpPr>
        <p:spPr>
          <a:xfrm>
            <a:off x="1463040" y="205575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grpSp>
        <p:nvGrpSpPr>
          <p:cNvPr id="9008" name="dm_N"/>
          <p:cNvGrpSpPr/>
          <p:nvPr/>
        </p:nvGrpSpPr>
        <p:grpSpPr>
          <a:xfrm>
            <a:off x="2020824" y="1819656"/>
            <a:ext cx="128016" cy="208666"/>
            <a:chOff x="2020824" y="1819656"/>
            <a:chExt cx="128016" cy="208666"/>
          </a:xfrm>
        </p:grpSpPr>
        <p:sp>
          <p:nvSpPr>
            <p:cNvPr id="9013" name="Isosceles Triangle 9012"/>
            <p:cNvSpPr/>
            <p:nvPr/>
          </p:nvSpPr>
          <p:spPr>
            <a:xfrm>
              <a:off x="2040026" y="1819656"/>
              <a:ext cx="89611" cy="70409"/>
            </a:xfrm>
            <a:prstGeom prst="triangl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4" name="Oval 9013"/>
            <p:cNvSpPr/>
            <p:nvPr/>
          </p:nvSpPr>
          <p:spPr>
            <a:xfrm>
              <a:off x="2020824" y="190030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N</a:t>
              </a: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1993392" y="2055754"/>
            <a:ext cx="402336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9016" name="Rectangle 9015"/>
          <p:cNvSpPr/>
          <p:nvPr/>
        </p:nvSpPr>
        <p:spPr>
          <a:xfrm>
            <a:off x="2788920" y="1773936"/>
            <a:ext cx="4114800" cy="457200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HOW TO USE  ·  Select any directional marker → right-click → Format Shape → Rotation.  Or drag the circular rotation handle above the shape.  The triangle always points where the player faces.</a:t>
            </a:r>
          </a:p>
        </p:txBody>
      </p:sp>
      <p:cxnSp>
        <p:nvCxnSpPr>
          <p:cNvPr id="9017" name="Connector 9016"/>
          <p:cNvCxnSpPr/>
          <p:nvPr/>
        </p:nvCxnSpPr>
        <p:spPr>
          <a:xfrm>
            <a:off x="137160" y="2359152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8" name="TextBox 9017"/>
          <p:cNvSpPr txBox="1"/>
          <p:nvPr/>
        </p:nvSpPr>
        <p:spPr>
          <a:xfrm>
            <a:off x="365760" y="2423160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0057B8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grpSp>
        <p:nvGrpSpPr>
          <p:cNvPr id="9009" name="dm_1"/>
          <p:cNvGrpSpPr/>
          <p:nvPr/>
        </p:nvGrpSpPr>
        <p:grpSpPr>
          <a:xfrm>
            <a:off x="365760" y="2642616"/>
            <a:ext cx="128016" cy="208666"/>
            <a:chOff x="365760" y="2642616"/>
            <a:chExt cx="128016" cy="208666"/>
          </a:xfrm>
        </p:grpSpPr>
        <p:sp>
          <p:nvSpPr>
            <p:cNvPr id="9019" name="Isosceles Triangle 9018"/>
            <p:cNvSpPr/>
            <p:nvPr/>
          </p:nvSpPr>
          <p:spPr>
            <a:xfrm>
              <a:off x="384962" y="264261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0" name="Oval 9019"/>
            <p:cNvSpPr/>
            <p:nvPr/>
          </p:nvSpPr>
          <p:spPr>
            <a:xfrm>
              <a:off x="365760" y="272326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1</a:t>
              </a:r>
            </a:p>
          </p:txBody>
        </p:sp>
      </p:grpSp>
      <p:grpSp>
        <p:nvGrpSpPr>
          <p:cNvPr id="9010" name="dm_2"/>
          <p:cNvGrpSpPr/>
          <p:nvPr/>
        </p:nvGrpSpPr>
        <p:grpSpPr>
          <a:xfrm>
            <a:off x="768096" y="2642616"/>
            <a:ext cx="128016" cy="208666"/>
            <a:chOff x="768096" y="2642616"/>
            <a:chExt cx="128016" cy="208666"/>
          </a:xfrm>
        </p:grpSpPr>
        <p:sp>
          <p:nvSpPr>
            <p:cNvPr id="9021" name="Isosceles Triangle 9020"/>
            <p:cNvSpPr/>
            <p:nvPr/>
          </p:nvSpPr>
          <p:spPr>
            <a:xfrm>
              <a:off x="787298" y="264261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768096" y="272326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</p:grpSp>
      <p:grpSp>
        <p:nvGrpSpPr>
          <p:cNvPr id="9011" name="dm_3"/>
          <p:cNvGrpSpPr/>
          <p:nvPr/>
        </p:nvGrpSpPr>
        <p:grpSpPr>
          <a:xfrm>
            <a:off x="1170432" y="2642616"/>
            <a:ext cx="128016" cy="208666"/>
            <a:chOff x="1170432" y="2642616"/>
            <a:chExt cx="128016" cy="208666"/>
          </a:xfrm>
        </p:grpSpPr>
        <p:sp>
          <p:nvSpPr>
            <p:cNvPr id="9023" name="Isosceles Triangle 9022"/>
            <p:cNvSpPr/>
            <p:nvPr/>
          </p:nvSpPr>
          <p:spPr>
            <a:xfrm>
              <a:off x="1189634" y="264261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Oval 9023"/>
            <p:cNvSpPr/>
            <p:nvPr/>
          </p:nvSpPr>
          <p:spPr>
            <a:xfrm>
              <a:off x="1170432" y="272326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</p:grpSp>
      <p:grpSp>
        <p:nvGrpSpPr>
          <p:cNvPr id="9012" name="dm_4"/>
          <p:cNvGrpSpPr/>
          <p:nvPr/>
        </p:nvGrpSpPr>
        <p:grpSpPr>
          <a:xfrm>
            <a:off x="1572768" y="2642616"/>
            <a:ext cx="128016" cy="208666"/>
            <a:chOff x="1572768" y="2642616"/>
            <a:chExt cx="128016" cy="208666"/>
          </a:xfrm>
        </p:grpSpPr>
        <p:sp>
          <p:nvSpPr>
            <p:cNvPr id="9025" name="Isosceles Triangle 9024"/>
            <p:cNvSpPr/>
            <p:nvPr/>
          </p:nvSpPr>
          <p:spPr>
            <a:xfrm>
              <a:off x="1591970" y="264261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6" name="Oval 9025"/>
            <p:cNvSpPr/>
            <p:nvPr/>
          </p:nvSpPr>
          <p:spPr>
            <a:xfrm>
              <a:off x="1572768" y="272326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</p:grpSp>
      <p:grpSp>
        <p:nvGrpSpPr>
          <p:cNvPr id="9013" name="dm_5"/>
          <p:cNvGrpSpPr/>
          <p:nvPr/>
        </p:nvGrpSpPr>
        <p:grpSpPr>
          <a:xfrm>
            <a:off x="1975104" y="2642616"/>
            <a:ext cx="128016" cy="208666"/>
            <a:chOff x="1975104" y="2642616"/>
            <a:chExt cx="128016" cy="208666"/>
          </a:xfrm>
        </p:grpSpPr>
        <p:sp>
          <p:nvSpPr>
            <p:cNvPr id="9027" name="Isosceles Triangle 9026"/>
            <p:cNvSpPr/>
            <p:nvPr/>
          </p:nvSpPr>
          <p:spPr>
            <a:xfrm>
              <a:off x="1994306" y="2642616"/>
              <a:ext cx="89611" cy="70409"/>
            </a:xfrm>
            <a:prstGeom prst="triangl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1975104" y="272326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5</a:t>
              </a:r>
            </a:p>
          </p:txBody>
        </p:sp>
      </p:grpSp>
      <p:sp>
        <p:nvSpPr>
          <p:cNvPr id="9029" name="TextBox 9028"/>
          <p:cNvSpPr txBox="1"/>
          <p:nvPr/>
        </p:nvSpPr>
        <p:spPr>
          <a:xfrm>
            <a:off x="2514600" y="2423160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1A1A1A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 — change fill colour to match</a:t>
            </a:r>
          </a:p>
        </p:txBody>
      </p:sp>
      <p:grpSp>
        <p:nvGrpSpPr>
          <p:cNvPr id="9014" name="dm_1"/>
          <p:cNvGrpSpPr/>
          <p:nvPr/>
        </p:nvGrpSpPr>
        <p:grpSpPr>
          <a:xfrm>
            <a:off x="2514600" y="2642616"/>
            <a:ext cx="128016" cy="208666"/>
            <a:chOff x="2514600" y="2642616"/>
            <a:chExt cx="128016" cy="208666"/>
          </a:xfrm>
        </p:grpSpPr>
        <p:sp>
          <p:nvSpPr>
            <p:cNvPr id="9030" name="Isosceles Triangle 9029"/>
            <p:cNvSpPr/>
            <p:nvPr/>
          </p:nvSpPr>
          <p:spPr>
            <a:xfrm>
              <a:off x="2533802" y="264261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1" name="Oval 9030"/>
            <p:cNvSpPr/>
            <p:nvPr/>
          </p:nvSpPr>
          <p:spPr>
            <a:xfrm>
              <a:off x="2514600" y="272326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1</a:t>
              </a:r>
            </a:p>
          </p:txBody>
        </p:sp>
      </p:grpSp>
      <p:grpSp>
        <p:nvGrpSpPr>
          <p:cNvPr id="9015" name="dm_2"/>
          <p:cNvGrpSpPr/>
          <p:nvPr/>
        </p:nvGrpSpPr>
        <p:grpSpPr>
          <a:xfrm>
            <a:off x="2916936" y="2642616"/>
            <a:ext cx="128016" cy="208666"/>
            <a:chOff x="2916936" y="2642616"/>
            <a:chExt cx="128016" cy="208666"/>
          </a:xfrm>
        </p:grpSpPr>
        <p:sp>
          <p:nvSpPr>
            <p:cNvPr id="9032" name="Isosceles Triangle 9031"/>
            <p:cNvSpPr/>
            <p:nvPr/>
          </p:nvSpPr>
          <p:spPr>
            <a:xfrm>
              <a:off x="2936138" y="264261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3" name="Oval 9032"/>
            <p:cNvSpPr/>
            <p:nvPr/>
          </p:nvSpPr>
          <p:spPr>
            <a:xfrm>
              <a:off x="2916936" y="272326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2</a:t>
              </a:r>
            </a:p>
          </p:txBody>
        </p:sp>
      </p:grpSp>
      <p:grpSp>
        <p:nvGrpSpPr>
          <p:cNvPr id="9016" name="dm_3"/>
          <p:cNvGrpSpPr/>
          <p:nvPr/>
        </p:nvGrpSpPr>
        <p:grpSpPr>
          <a:xfrm>
            <a:off x="3319272" y="2642616"/>
            <a:ext cx="128016" cy="208666"/>
            <a:chOff x="3319272" y="2642616"/>
            <a:chExt cx="128016" cy="208666"/>
          </a:xfrm>
        </p:grpSpPr>
        <p:sp>
          <p:nvSpPr>
            <p:cNvPr id="9034" name="Isosceles Triangle 9033"/>
            <p:cNvSpPr/>
            <p:nvPr/>
          </p:nvSpPr>
          <p:spPr>
            <a:xfrm>
              <a:off x="3338474" y="264261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5" name="Oval 9034"/>
            <p:cNvSpPr/>
            <p:nvPr/>
          </p:nvSpPr>
          <p:spPr>
            <a:xfrm>
              <a:off x="3319272" y="272326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3</a:t>
              </a:r>
            </a:p>
          </p:txBody>
        </p:sp>
      </p:grpSp>
      <p:grpSp>
        <p:nvGrpSpPr>
          <p:cNvPr id="9017" name="dm_4"/>
          <p:cNvGrpSpPr/>
          <p:nvPr/>
        </p:nvGrpSpPr>
        <p:grpSpPr>
          <a:xfrm>
            <a:off x="3721608" y="2642616"/>
            <a:ext cx="128016" cy="208666"/>
            <a:chOff x="3721608" y="2642616"/>
            <a:chExt cx="128016" cy="208666"/>
          </a:xfrm>
        </p:grpSpPr>
        <p:sp>
          <p:nvSpPr>
            <p:cNvPr id="9036" name="Isosceles Triangle 9035"/>
            <p:cNvSpPr/>
            <p:nvPr/>
          </p:nvSpPr>
          <p:spPr>
            <a:xfrm>
              <a:off x="3740810" y="264261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7" name="Oval 9036"/>
            <p:cNvSpPr/>
            <p:nvPr/>
          </p:nvSpPr>
          <p:spPr>
            <a:xfrm>
              <a:off x="3721608" y="272326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4</a:t>
              </a:r>
            </a:p>
          </p:txBody>
        </p:sp>
      </p:grpSp>
      <p:grpSp>
        <p:nvGrpSpPr>
          <p:cNvPr id="9018" name="dm_5"/>
          <p:cNvGrpSpPr/>
          <p:nvPr/>
        </p:nvGrpSpPr>
        <p:grpSpPr>
          <a:xfrm>
            <a:off x="4123944" y="2642616"/>
            <a:ext cx="128016" cy="208666"/>
            <a:chOff x="4123944" y="2642616"/>
            <a:chExt cx="128016" cy="208666"/>
          </a:xfrm>
        </p:grpSpPr>
        <p:sp>
          <p:nvSpPr>
            <p:cNvPr id="9038" name="Isosceles Triangle 9037"/>
            <p:cNvSpPr/>
            <p:nvPr/>
          </p:nvSpPr>
          <p:spPr>
            <a:xfrm>
              <a:off x="4143146" y="2642616"/>
              <a:ext cx="89611" cy="70409"/>
            </a:xfrm>
            <a:prstGeom prst="triangl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9" name="Oval 9038"/>
            <p:cNvSpPr/>
            <p:nvPr/>
          </p:nvSpPr>
          <p:spPr>
            <a:xfrm>
              <a:off x="4123944" y="272326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5</a:t>
              </a:r>
            </a:p>
          </p:txBody>
        </p:sp>
      </p:grpSp>
      <p:sp>
        <p:nvSpPr>
          <p:cNvPr id="9040" name="TextBox 9039"/>
          <p:cNvSpPr txBox="1"/>
          <p:nvPr/>
        </p:nvSpPr>
        <p:spPr>
          <a:xfrm>
            <a:off x="4754880" y="2423160"/>
            <a:ext cx="7132320" cy="6400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SCALE + COLOUR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 are shown at true court scale — copy directly onto a diagram and they will be proportionally correct.  To recolour Team B: select all 5 markers, right-click → Format Shape → Fill → choose your opponent colour.</a:t>
            </a:r>
          </a:p>
        </p:txBody>
      </p:sp>
      <p:cxnSp>
        <p:nvCxnSpPr>
          <p:cNvPr id="9041" name="Connector 9040"/>
          <p:cNvCxnSpPr/>
          <p:nvPr/>
        </p:nvCxnSpPr>
        <p:spPr>
          <a:xfrm>
            <a:off x="137160" y="3273552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2" name="Rectangle 9041"/>
          <p:cNvSpPr/>
          <p:nvPr/>
        </p:nvSpPr>
        <p:spPr>
          <a:xfrm>
            <a:off x="365760" y="336499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3" name="TextBox 9042"/>
          <p:cNvSpPr txBox="1"/>
          <p:nvPr/>
        </p:nvSpPr>
        <p:spPr>
          <a:xfrm>
            <a:off x="438912" y="333756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9019" name="Library full court"/>
          <p:cNvGrpSpPr/>
          <p:nvPr/>
        </p:nvGrpSpPr>
        <p:grpSpPr>
          <a:xfrm>
            <a:off x="438912" y="3630168"/>
            <a:ext cx="4151376" cy="2011680"/>
            <a:chOff x="438912" y="3630168"/>
            <a:chExt cx="4151376" cy="2011680"/>
          </a:xfrm>
        </p:grpSpPr>
        <p:sp>
          <p:nvSpPr>
            <p:cNvPr id="9044" name="Rectangle 9043"/>
            <p:cNvSpPr/>
            <p:nvPr/>
          </p:nvSpPr>
          <p:spPr>
            <a:xfrm>
              <a:off x="502920" y="3630168"/>
              <a:ext cx="402336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5" name="Connector 9044"/>
            <p:cNvCxnSpPr/>
            <p:nvPr/>
          </p:nvCxnSpPr>
          <p:spPr>
            <a:xfrm>
              <a:off x="2514600" y="3630168"/>
              <a:ext cx="0" cy="2011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6" name="Oval 9045"/>
            <p:cNvSpPr/>
            <p:nvPr/>
          </p:nvSpPr>
          <p:spPr>
            <a:xfrm>
              <a:off x="2212848" y="4334256"/>
              <a:ext cx="603504" cy="6035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Oval 9046"/>
            <p:cNvSpPr/>
            <p:nvPr/>
          </p:nvSpPr>
          <p:spPr>
            <a:xfrm>
              <a:off x="249859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8" name="Arc 9047"/>
            <p:cNvSpPr/>
            <p:nvPr/>
          </p:nvSpPr>
          <p:spPr>
            <a:xfrm>
              <a:off x="-100584" y="3881628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9" name="Arc 9048"/>
            <p:cNvSpPr/>
            <p:nvPr/>
          </p:nvSpPr>
          <p:spPr>
            <a:xfrm>
              <a:off x="-100584" y="4183380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0" name="Connector 9049"/>
            <p:cNvCxnSpPr/>
            <p:nvPr/>
          </p:nvCxnSpPr>
          <p:spPr>
            <a:xfrm>
              <a:off x="1106424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1" name="Oval 9050"/>
            <p:cNvSpPr/>
            <p:nvPr/>
          </p:nvSpPr>
          <p:spPr>
            <a:xfrm>
              <a:off x="1090422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Oval 9051"/>
            <p:cNvSpPr/>
            <p:nvPr/>
          </p:nvSpPr>
          <p:spPr>
            <a:xfrm>
              <a:off x="149275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Rectangle 9052"/>
            <p:cNvSpPr/>
            <p:nvPr/>
          </p:nvSpPr>
          <p:spPr>
            <a:xfrm>
              <a:off x="438912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4" name="Arc 9053"/>
            <p:cNvSpPr/>
            <p:nvPr/>
          </p:nvSpPr>
          <p:spPr>
            <a:xfrm>
              <a:off x="3922776" y="3881628"/>
              <a:ext cx="1207008" cy="12070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5" name="Arc 9054"/>
            <p:cNvSpPr/>
            <p:nvPr/>
          </p:nvSpPr>
          <p:spPr>
            <a:xfrm>
              <a:off x="3922776" y="4183380"/>
              <a:ext cx="1207008" cy="12070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6" name="Connector 9055"/>
            <p:cNvCxnSpPr/>
            <p:nvPr/>
          </p:nvCxnSpPr>
          <p:spPr>
            <a:xfrm>
              <a:off x="3922776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7" name="Oval 9056"/>
            <p:cNvSpPr/>
            <p:nvPr/>
          </p:nvSpPr>
          <p:spPr>
            <a:xfrm>
              <a:off x="3906774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8" name="Oval 9057"/>
            <p:cNvSpPr/>
            <p:nvPr/>
          </p:nvSpPr>
          <p:spPr>
            <a:xfrm>
              <a:off x="350443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9" name="Rectangle 9058"/>
            <p:cNvSpPr/>
            <p:nvPr/>
          </p:nvSpPr>
          <p:spPr>
            <a:xfrm>
              <a:off x="4526280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60" name="Rectangle 9059"/>
          <p:cNvSpPr/>
          <p:nvPr/>
        </p:nvSpPr>
        <p:spPr>
          <a:xfrm>
            <a:off x="5669280" y="336499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1" name="TextBox 9060"/>
          <p:cNvSpPr txBox="1"/>
          <p:nvPr/>
        </p:nvSpPr>
        <p:spPr>
          <a:xfrm>
            <a:off x="5742432" y="333756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9020" name="Library half court"/>
          <p:cNvGrpSpPr/>
          <p:nvPr/>
        </p:nvGrpSpPr>
        <p:grpSpPr>
          <a:xfrm>
            <a:off x="5742432" y="3630168"/>
            <a:ext cx="2075688" cy="2011680"/>
            <a:chOff x="5742432" y="3630168"/>
            <a:chExt cx="2075688" cy="2011680"/>
          </a:xfrm>
        </p:grpSpPr>
        <p:sp>
          <p:nvSpPr>
            <p:cNvPr id="9062" name="Rectangle 9061"/>
            <p:cNvSpPr/>
            <p:nvPr/>
          </p:nvSpPr>
          <p:spPr>
            <a:xfrm>
              <a:off x="5806440" y="3630168"/>
              <a:ext cx="201168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3" name="Arc 9062"/>
            <p:cNvSpPr/>
            <p:nvPr/>
          </p:nvSpPr>
          <p:spPr>
            <a:xfrm>
              <a:off x="7516368" y="4334256"/>
              <a:ext cx="603504" cy="60350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4" name="Oval 9063"/>
            <p:cNvSpPr/>
            <p:nvPr/>
          </p:nvSpPr>
          <p:spPr>
            <a:xfrm>
              <a:off x="780211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5" name="Arc 9064"/>
            <p:cNvSpPr/>
            <p:nvPr/>
          </p:nvSpPr>
          <p:spPr>
            <a:xfrm>
              <a:off x="5202936" y="3881628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6" name="Arc 9065"/>
            <p:cNvSpPr/>
            <p:nvPr/>
          </p:nvSpPr>
          <p:spPr>
            <a:xfrm>
              <a:off x="5202936" y="4183380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7" name="Connector 9066"/>
            <p:cNvCxnSpPr/>
            <p:nvPr/>
          </p:nvCxnSpPr>
          <p:spPr>
            <a:xfrm>
              <a:off x="6409944" y="4485132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8" name="Oval 9067"/>
            <p:cNvSpPr/>
            <p:nvPr/>
          </p:nvSpPr>
          <p:spPr>
            <a:xfrm>
              <a:off x="6393942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9" name="Oval 9068"/>
            <p:cNvSpPr/>
            <p:nvPr/>
          </p:nvSpPr>
          <p:spPr>
            <a:xfrm>
              <a:off x="6796278" y="46200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0" name="Rectangle 9069"/>
            <p:cNvSpPr/>
            <p:nvPr/>
          </p:nvSpPr>
          <p:spPr>
            <a:xfrm>
              <a:off x="5742432" y="4485132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71" name="TextBox 9070"/>
          <p:cNvSpPr txBox="1"/>
          <p:nvPr/>
        </p:nvSpPr>
        <p:spPr>
          <a:xfrm>
            <a:off x="8823960" y="3630168"/>
            <a:ext cx="3017520" cy="29260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onto any diagram, then resize to fit. Ungroup (Ctrl+Shift+G) to edit individual markings.</a:t>
            </a:r>
          </a:p>
          <a:p>
            <a:pPr algn="l"/>
            <a:r>
              <a:rPr sz="4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To change the accent colour on a slide: select all blue shapes (click one, then Edit → Select All Same Fill Colour) and choose Format Shape → Fill.</a:t>
            </a:r>
          </a:p>
          <a:p>
            <a:pPr algn="l"/>
            <a:r>
              <a:rPr sz="4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text — double-click to change.</a:t>
            </a:r>
          </a:p>
        </p:txBody>
      </p:sp>
      <p:sp>
        <p:nvSpPr>
          <p:cNvPr id="9072" name="TextBox 9071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copy into any diagram zone  ·  directional markers: rotate to show body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